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Merriweath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262893d1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262893d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262893d1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262893d1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262893d1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262893d1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262893d1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262893d1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ublic.tableau.com/app/profile/prajwal.nh/viz/dashboard_v2025_3/EcommerceCapstone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E-Commerce Sales &amp; Profitability Analysis </a:t>
            </a:r>
            <a:endParaRPr/>
          </a:p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500"/>
              <a:t>"Our business needs to understand what 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500"/>
              <a:t>drives revenue and where we're losing money.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500"/>
              <a:t>Key Question: What factors impact 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500"/>
              <a:t>profitability across categories, regions 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500"/>
              <a:t>and customer segments?"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- 800 orders across 11 months (Jan-Nov 2023)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- 4 categories: Technology, Furniture, 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  Office Supplies, Clothing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- 4 regions: North, South, East, West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- 147 unique customers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- Tools: Python, SQL, Tableau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Clothing Leads Revenue, But Losses Are High 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0" y="0"/>
            <a:ext cx="89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461250" y="1331325"/>
            <a:ext cx="822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Clothing is the top category (₹1,62,627)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BUT 34.4% of ALL orders are loss-making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- This is a major red flag for profitability </a:t>
            </a:r>
            <a:endParaRPr/>
          </a:p>
        </p:txBody>
      </p:sp>
      <p:pic>
        <p:nvPicPr>
          <p:cNvPr id="79" name="Google Shape;79;p15" title="p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75" y="2162625"/>
            <a:ext cx="5506926" cy="27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North Region Outperforms on Profitability 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191600" y="1406275"/>
            <a:ext cx="820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North region generates highest profit (₹23K)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Discount level shows almost NO correlation with profit (-0.03)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- Discounting isn't the cause of losses </a:t>
            </a:r>
            <a:endParaRPr/>
          </a:p>
        </p:txBody>
      </p:sp>
      <p:pic>
        <p:nvPicPr>
          <p:cNvPr id="86" name="Google Shape;86;p16" title="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33500"/>
            <a:ext cx="5654300" cy="265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Recommendations 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644675" y="500925"/>
            <a:ext cx="4166400" cy="45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500"/>
              <a:t>1. Investigate 34% loss-making orders — 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500"/>
              <a:t>   likely a pricing/cost issue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500"/>
              <a:t>2. Replicate North's profit strategy 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500"/>
              <a:t>   in South region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500"/>
              <a:t>3. Focus marketing on Corporate segment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500"/>
              <a:t>4. Build automated dashboards for 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500"/>
              <a:t>   ongoing monitoring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500"/>
              <a:t>Live Dashboard: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500" u="sng">
                <a:solidFill>
                  <a:schemeClr val="hlink"/>
                </a:solidFill>
                <a:hlinkClick r:id="rId3"/>
              </a:rPr>
              <a:t>https://public.tableau.com/app/profile/prajwal.nh/viz/dashboard_v2025_3/EcommerceCapstoneDashboard</a:t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